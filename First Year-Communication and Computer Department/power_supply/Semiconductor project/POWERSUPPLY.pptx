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12/12/2022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12/12/2022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7F5F-53C1-E74B-5835-D5468B91F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S" dirty="0"/>
              <a:t>POWERSUPPLY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95C4F-2528-08E4-F3C6-1FFB64696B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S" dirty="0"/>
              <a:t>TEAM 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18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26EE-D038-0C00-0397-6531AA78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POWER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76649-1C69-0959-086E-D74869E94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S" dirty="0"/>
              <a:t>PURPOSE:</a:t>
            </a:r>
            <a:br>
              <a:rPr lang="en-AS" dirty="0"/>
            </a:br>
            <a:r>
              <a:rPr lang="en-AS" dirty="0">
                <a:solidFill>
                  <a:srgbClr val="FF0000"/>
                </a:solidFill>
              </a:rPr>
              <a:t>power supply is used </a:t>
            </a:r>
            <a:br>
              <a:rPr lang="en-AS" dirty="0">
                <a:solidFill>
                  <a:srgbClr val="FF0000"/>
                </a:solidFill>
              </a:rPr>
            </a:br>
            <a:r>
              <a:rPr lang="en-AS" dirty="0">
                <a:solidFill>
                  <a:srgbClr val="FF0000"/>
                </a:solidFill>
              </a:rPr>
              <a:t>1-to convert AC voltage to DC voltage </a:t>
            </a:r>
            <a:br>
              <a:rPr lang="en-AS" dirty="0">
                <a:solidFill>
                  <a:srgbClr val="FF0000"/>
                </a:solidFill>
              </a:rPr>
            </a:br>
            <a:br>
              <a:rPr lang="en-AS" dirty="0">
                <a:solidFill>
                  <a:srgbClr val="FF0000"/>
                </a:solidFill>
              </a:rPr>
            </a:br>
            <a:r>
              <a:rPr lang="en-AS" dirty="0">
                <a:solidFill>
                  <a:srgbClr val="FF0000"/>
                </a:solidFill>
              </a:rPr>
              <a:t>2- to convert high voltage to low voltage</a:t>
            </a:r>
            <a:br>
              <a:rPr lang="en-AS" dirty="0">
                <a:solidFill>
                  <a:srgbClr val="FF0000"/>
                </a:solidFill>
              </a:rPr>
            </a:br>
            <a:br>
              <a:rPr lang="en-AS" dirty="0">
                <a:solidFill>
                  <a:srgbClr val="FF0000"/>
                </a:solidFill>
              </a:rPr>
            </a:br>
            <a:r>
              <a:rPr lang="en-AS" dirty="0">
                <a:solidFill>
                  <a:srgbClr val="FF0000"/>
                </a:solidFill>
              </a:rPr>
              <a:t>steps:</a:t>
            </a:r>
            <a:br>
              <a:rPr lang="en-AS" dirty="0">
                <a:solidFill>
                  <a:srgbClr val="FF0000"/>
                </a:solidFill>
              </a:rPr>
            </a:br>
            <a:r>
              <a:rPr lang="en-AS" dirty="0">
                <a:solidFill>
                  <a:schemeClr val="accent6">
                    <a:lumMod val="50000"/>
                  </a:schemeClr>
                </a:solidFill>
              </a:rPr>
              <a:t>**we will achieve our purpose by 4 steps :</a:t>
            </a:r>
            <a:br>
              <a:rPr lang="en-AS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50000"/>
                  </a:schemeClr>
                </a:solidFill>
              </a:rPr>
              <a:t>1-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TRANSFORMER:: this component used to convert 220 v to low voltage depended on the value of transformer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 rectifier:: this component used to convert AC V TO DC V at the same direction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3-filter :: this component used to 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smo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th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the wave but the repel is still here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4-regulater:: this component used to move repel and produce constant voltage </a:t>
            </a:r>
            <a:br>
              <a:rPr lang="en-AS" dirty="0">
                <a:solidFill>
                  <a:schemeClr val="accent6">
                    <a:lumMod val="50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br>
              <a:rPr lang="en-AS" dirty="0">
                <a:solidFill>
                  <a:srgbClr val="FF0000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1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0415-A3BC-2D99-0073-671D03E9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AS" dirty="0" err="1"/>
              <a:t>ower</a:t>
            </a:r>
            <a:r>
              <a:rPr lang="en-AS" dirty="0"/>
              <a:t>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18742-9AA5-E42B-7441-8D849430A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S" dirty="0">
                <a:solidFill>
                  <a:srgbClr val="C00000"/>
                </a:solidFill>
              </a:rPr>
              <a:t>1-transformer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::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this component used to convert 220 v to low voltage depended on the value of transformer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1- we used transformer (   )and needs ()V and produce ()V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2-during bring this component we consider this important notes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*the current which transformer need |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** the voltage which transformer need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we must buy transformer with current 1.5 of current in circuit for 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safty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factory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and the voltage on this transformer is v (rms) not v peak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where: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 err="1">
                <a:solidFill>
                  <a:schemeClr val="bg2">
                    <a:lumMod val="10000"/>
                  </a:schemeClr>
                </a:solidFill>
              </a:rPr>
              <a:t>vpeak</a:t>
            </a:r>
            <a:r>
              <a:rPr lang="en-AS" dirty="0">
                <a:solidFill>
                  <a:schemeClr val="bg2">
                    <a:lumMod val="10000"/>
                  </a:schemeClr>
                </a:solidFill>
              </a:rPr>
              <a:t>=v(rms)*(2)^0.5.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30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E8C8-B347-9138-513A-F8799475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AS" dirty="0" err="1"/>
              <a:t>ower</a:t>
            </a:r>
            <a:r>
              <a:rPr lang="en-AS" dirty="0"/>
              <a:t>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10C52-8B88-94FF-1B59-6BAE6BF8E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S" dirty="0">
                <a:solidFill>
                  <a:srgbClr val="C00000"/>
                </a:solidFill>
              </a:rPr>
              <a:t>2- rectifier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::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this component used to convert AC V TO DC V at the same direction.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--we used in our project () and produce ()V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--- </a:t>
            </a:r>
            <a:r>
              <a:rPr lang="en-AS" dirty="0">
                <a:solidFill>
                  <a:srgbClr val="C00000"/>
                </a:solidFill>
              </a:rPr>
              <a:t>IN DATA SHEET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we consider :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1-I(F) WHICH IS KNOWN the current in forward bias mode 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2-V(F) WHICH IS KNOWN the voltage in forward bias mode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3-VR(RMS) WHICH IS KNOWN the current in reverse bias mode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VR(RMS)&gt;VM-VD.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NOTE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 the high temperature will decrease the current in this 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compenet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so we should use the heat sank but we solve that by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5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E265-C4B9-49DD-F912-54B6D6BD8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POWER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D6CF-1FC7-ABA5-5440-83F5E4997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S" dirty="0">
                <a:solidFill>
                  <a:srgbClr val="C00000"/>
                </a:solidFill>
              </a:rPr>
              <a:t>3-filter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::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this component used to 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smo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</a:t>
            </a:r>
            <a:r>
              <a:rPr lang="en-AS" dirty="0" err="1">
                <a:solidFill>
                  <a:schemeClr val="accent6">
                    <a:lumMod val="75000"/>
                  </a:schemeClr>
                </a:solidFill>
              </a:rPr>
              <a:t>th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 the wave but the repel is still here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rgbClr val="C00000"/>
                </a:solidFill>
              </a:rPr>
              <a:t>CONSIDERING THAT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1- THE CHARACTRISTIC IN CAPACITORS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2-CAPACITOR WARNING VOLTAGE V(W)=2V(RMS)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3-IN DATA SHEET WE CONSIDER THAT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1-IP OR I(FSM)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ABSOLUTE MAX RATING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2-V(P-P)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NOTE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tx2"/>
                </a:solidFill>
              </a:rPr>
              <a:t>CAPACENTANCE INCREASE </a:t>
            </a:r>
            <a:r>
              <a:rPr lang="en-AS" dirty="0">
                <a:solidFill>
                  <a:schemeClr val="tx2"/>
                </a:solidFill>
                <a:sym typeface="Wingdings" panose="05000000000000000000" pitchFamily="2" charset="2"/>
              </a:rPr>
              <a:t>REPEL DECREASETIME DECREASE FOR STORING CAPACITORIP INCREEASE</a:t>
            </a:r>
            <a:br>
              <a:rPr lang="en-AS" dirty="0">
                <a:solidFill>
                  <a:schemeClr val="tx2"/>
                </a:solidFill>
                <a:sym typeface="Wingdings" panose="05000000000000000000" pitchFamily="2" charset="2"/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AND THIS WILL BRING SOME ISSUSES WHERE THAT IS GREATER THAN THE CAPACENTANCE IN DIODES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11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9379B-7BF1-EC6B-41DF-8A0C309A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AS" dirty="0" err="1"/>
              <a:t>ower</a:t>
            </a:r>
            <a:r>
              <a:rPr lang="en-AS" dirty="0"/>
              <a:t>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08B62-EF56-50B9-7980-558EDBF23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S" dirty="0">
                <a:solidFill>
                  <a:srgbClr val="C00000"/>
                </a:solidFill>
              </a:rPr>
              <a:t>4-regulater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::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this component used to move repel and produce constant voltage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there are 3 type </a:t>
            </a:r>
          </a:p>
          <a:p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1-FIXED VOLTAGE POSITIVE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2-FIXED NEGATIVE VOLTAGE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3-ADJUSTABLE SET VOLTAGE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NOTE</a:t>
            </a: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: in this project we use the last one </a:t>
            </a:r>
            <a:r>
              <a:rPr lang="en-AS" dirty="0">
                <a:solidFill>
                  <a:srgbClr val="C00000"/>
                </a:solidFill>
              </a:rPr>
              <a:t>ADJUSTABLE SET VOLTAGE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TO PRODUCE VARIABLE VOLTAGE WITH POTENTIOMETER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rgbClr val="C00000"/>
                </a:solidFill>
              </a:rPr>
              <a:t>CONSIDERING THAT</a:t>
            </a:r>
            <a:br>
              <a:rPr lang="en-AS" dirty="0">
                <a:solidFill>
                  <a:srgbClr val="C00000"/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1-The minimum voltage which is the input 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2- the current which is the output</a:t>
            </a:r>
            <a:br>
              <a:rPr lang="en-A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S" dirty="0">
                <a:solidFill>
                  <a:schemeClr val="accent6">
                    <a:lumMod val="75000"/>
                  </a:schemeClr>
                </a:solidFill>
              </a:rPr>
              <a:t>3- THE DATA SHEET FOR IC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09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A48E-4E70-8E1D-CE2A-7D514435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AS" dirty="0" err="1"/>
              <a:t>ower</a:t>
            </a:r>
            <a:r>
              <a:rPr lang="en-AS" dirty="0"/>
              <a:t>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7908F-6F6B-4927-1D05-4BE55851F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AS" dirty="0" err="1">
                <a:solidFill>
                  <a:srgbClr val="C00000"/>
                </a:solidFill>
              </a:rPr>
              <a:t>ecommedation</a:t>
            </a:r>
            <a:r>
              <a:rPr lang="en-AS" dirty="0"/>
              <a:t>:</a:t>
            </a:r>
            <a:br>
              <a:rPr lang="en-AS" dirty="0"/>
            </a:br>
            <a:r>
              <a:rPr lang="en-AS" dirty="0"/>
              <a:t>--DATA SHEET IS WITH THIS POWER 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79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40F6-B01A-8182-725F-35D69847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S" dirty="0"/>
              <a:t>POWER SUPPLY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E180-7A04-ABE8-75AE-941FA1875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S" dirty="0">
                <a:solidFill>
                  <a:srgbClr val="C00000"/>
                </a:solidFill>
              </a:rPr>
              <a:t>FINALLY</a:t>
            </a:r>
            <a:r>
              <a:rPr lang="en-AS" dirty="0"/>
              <a:t> :</a:t>
            </a:r>
            <a:br>
              <a:rPr lang="en-AS" dirty="0"/>
            </a:br>
            <a:r>
              <a:rPr lang="en-AS" dirty="0"/>
              <a:t>We hope this project will achieve  its purpose BY 4 steps in this report</a:t>
            </a:r>
            <a:endParaRPr lang="en-US" dirty="0"/>
          </a:p>
          <a:p>
            <a:r>
              <a:rPr lang="en-AS" dirty="0"/>
              <a:t> with considering all </a:t>
            </a:r>
            <a:r>
              <a:rPr lang="en-AS" dirty="0" err="1"/>
              <a:t>saf</a:t>
            </a:r>
            <a:r>
              <a:rPr lang="en-US" dirty="0"/>
              <a:t>e</a:t>
            </a:r>
            <a:r>
              <a:rPr lang="en-AS" dirty="0"/>
              <a:t>ty steps </a:t>
            </a:r>
          </a:p>
        </p:txBody>
      </p:sp>
    </p:spTree>
    <p:extLst>
      <p:ext uri="{BB962C8B-B14F-4D97-AF65-F5344CB8AC3E}">
        <p14:creationId xmlns:p14="http://schemas.microsoft.com/office/powerpoint/2010/main" val="33165750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60</TotalTime>
  <Words>583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POWERSUPPLY</vt:lpstr>
      <vt:lpstr>POWER SUPPLY PROJECT</vt:lpstr>
      <vt:lpstr>Power supply project</vt:lpstr>
      <vt:lpstr>Power supply project</vt:lpstr>
      <vt:lpstr>POWER SUPPLY PROJECT</vt:lpstr>
      <vt:lpstr>Power supply project</vt:lpstr>
      <vt:lpstr>Power supply project</vt:lpstr>
      <vt:lpstr>POWER SUPPLY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POWERSUPPLY</dc:title>
  <dc:creator>aya</dc:creator>
  <cp:lastModifiedBy>aya</cp:lastModifiedBy>
  <cp:revision>1</cp:revision>
  <dcterms:created xsi:type="dcterms:W3CDTF">2022-12-12T07:46:12Z</dcterms:created>
  <dcterms:modified xsi:type="dcterms:W3CDTF">2022-12-12T08:46:54Z</dcterms:modified>
</cp:coreProperties>
</file>