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7F5F-53C1-E74B-5835-D5468B91F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S" dirty="0"/>
              <a:t>POWERSUPPLY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95C4F-2528-08E4-F3C6-1FFB64696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S" dirty="0"/>
              <a:t>TEAM 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1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26EE-D038-0C00-0397-6531AA78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POWER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6649-1C69-0959-086E-D74869E94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S" dirty="0"/>
              <a:t>PURPOSE:</a:t>
            </a:r>
            <a:br>
              <a:rPr lang="en-AS" dirty="0"/>
            </a:br>
            <a:r>
              <a:rPr lang="en-AS" dirty="0">
                <a:solidFill>
                  <a:srgbClr val="FF0000"/>
                </a:solidFill>
              </a:rPr>
              <a:t>power supply is used </a:t>
            </a: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1-to convert AC voltage to DC voltage </a:t>
            </a:r>
            <a:br>
              <a:rPr lang="en-AS" dirty="0">
                <a:solidFill>
                  <a:srgbClr val="FF0000"/>
                </a:solidFill>
              </a:rPr>
            </a:b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2- to convert high voltage to low voltage by using transformer in the beginning of circuit</a:t>
            </a:r>
            <a:br>
              <a:rPr lang="en-AS" dirty="0">
                <a:solidFill>
                  <a:srgbClr val="FF0000"/>
                </a:solidFill>
              </a:rPr>
            </a:b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steps:</a:t>
            </a: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**we will achieve our purpose by 4 steps :</a:t>
            </a: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1-</a:t>
            </a:r>
            <a:r>
              <a:rPr lang="en-AS" b="1" dirty="0">
                <a:solidFill>
                  <a:schemeClr val="accent6">
                    <a:lumMod val="75000"/>
                  </a:schemeClr>
                </a:solidFill>
              </a:rPr>
              <a:t>Transformer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our transformer used to convert 220 v to low voltage (35~36).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 </a:t>
            </a:r>
            <a:r>
              <a:rPr lang="en-AS" b="1" dirty="0">
                <a:solidFill>
                  <a:schemeClr val="accent6">
                    <a:lumMod val="75000"/>
                  </a:schemeClr>
                </a:solidFill>
              </a:rPr>
              <a:t>Rectifier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this component used to convert two directional alternating-current (AC) to single directional direct current (DC).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</a:t>
            </a:r>
            <a:r>
              <a:rPr lang="en-AS" b="1" dirty="0">
                <a:solidFill>
                  <a:schemeClr val="accent6">
                    <a:lumMod val="75000"/>
                  </a:schemeClr>
                </a:solidFill>
              </a:rPr>
              <a:t>Filter PROCESS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:: this process occurs by using capacitor to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th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the wave but the repel is still here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en-AS" b="1" dirty="0">
                <a:solidFill>
                  <a:schemeClr val="accent6">
                    <a:lumMod val="75000"/>
                  </a:schemeClr>
                </a:solidFill>
              </a:rPr>
              <a:t>-Regulato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r:: this component used to move repel and produce constant  DC voltage </a:t>
            </a: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A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0415-A3BC-2D99-0073-671D03E9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18742-9AA5-E42B-7441-8D849430A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S" dirty="0">
                <a:solidFill>
                  <a:srgbClr val="C00000"/>
                </a:solidFill>
              </a:rPr>
              <a:t>1-Transformer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our transformer used to convert 220 v to low voltage (35~36).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-during bring this component we consider this important notes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*the current which transformer need |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** the voltage which transformer need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we must buy transformer with current 2 of current in circuit for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safty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factory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and the voltage on this transformer is v (rms) not v peak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where: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 err="1">
                <a:solidFill>
                  <a:schemeClr val="bg2">
                    <a:lumMod val="10000"/>
                  </a:schemeClr>
                </a:solidFill>
              </a:rPr>
              <a:t>vpeak</a:t>
            </a:r>
            <a:r>
              <a:rPr lang="en-AS" dirty="0">
                <a:solidFill>
                  <a:schemeClr val="bg2">
                    <a:lumMod val="10000"/>
                  </a:schemeClr>
                </a:solidFill>
              </a:rPr>
              <a:t>=v(rms)*(2)^0.5.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30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E8C8-B347-9138-513A-F8799475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10C52-8B88-94FF-1B59-6BAE6BF8E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S" dirty="0">
                <a:solidFill>
                  <a:srgbClr val="C00000"/>
                </a:solidFill>
              </a:rPr>
              <a:t>2- Rectifier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convert two directional alternating-current (AC) to single directional direct current (DC).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ectifier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:: this component has 4 diodes.</a:t>
            </a:r>
          </a:p>
          <a:p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 the high temperature will decrease the current in this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compenet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so we should use the heat sank but we solve that by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5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E265-C4B9-49DD-F912-54B6D6BD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POWER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D6CF-1FC7-ABA5-5440-83F5E4997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S" dirty="0">
                <a:solidFill>
                  <a:srgbClr val="FF0000"/>
                </a:solidFill>
              </a:rPr>
              <a:t>3-</a:t>
            </a:r>
            <a:r>
              <a:rPr lang="en-AS" b="1" dirty="0">
                <a:solidFill>
                  <a:srgbClr val="FF0000"/>
                </a:solidFill>
              </a:rPr>
              <a:t>Filter PROCESS</a:t>
            </a:r>
            <a:r>
              <a:rPr lang="en-AS" dirty="0">
                <a:solidFill>
                  <a:srgbClr val="FF0000"/>
                </a:solidFill>
              </a:rPr>
              <a:t> 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process occurs by using capacitor to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th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the wave but the repel is still here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rgbClr val="C00000"/>
                </a:solidFill>
              </a:rPr>
              <a:t>CONSIDERING THAT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 THE CHARACTRISTIC IN CAPACITORS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2-CAPACITOR WARNING VOLTAGE V(W)=2V(RMS)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3-IN DATA SHEET WE CONSIDER THAT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1-IP OR I(FSM)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ABSOLUTE MAX RATING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2-V(P-P)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tx2"/>
                </a:solidFill>
              </a:rPr>
              <a:t>CAPACENTANCE INCREASE </a:t>
            </a:r>
            <a:r>
              <a:rPr lang="en-AS" dirty="0">
                <a:solidFill>
                  <a:schemeClr val="tx2"/>
                </a:solidFill>
                <a:sym typeface="Wingdings" panose="05000000000000000000" pitchFamily="2" charset="2"/>
              </a:rPr>
              <a:t>REPEL DECREASETIME DECREASE FOR STORING CAPACITORIP INCREEASE</a:t>
            </a:r>
            <a:br>
              <a:rPr lang="en-AS" dirty="0">
                <a:solidFill>
                  <a:schemeClr val="tx2"/>
                </a:solidFill>
                <a:sym typeface="Wingdings" panose="05000000000000000000" pitchFamily="2" charset="2"/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AND THIS WILL BRING SOME ISSUSES WHERE THAT IS GREATER THAN THE CAPACENTANCE IN DIODES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1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379B-7BF1-EC6B-41DF-8A0C309A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8B62-EF56-50B9-7980-558EDBF23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S" dirty="0">
                <a:solidFill>
                  <a:srgbClr val="C00000"/>
                </a:solidFill>
              </a:rPr>
              <a:t>4-Regulater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move repel and produce constant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there are 3 type </a:t>
            </a:r>
          </a:p>
          <a:p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1-FIXED VOLTAGE POSITIVE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2-FIXED NEGATIVE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3-ADJUSTABLE SET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 in this project we use the last one </a:t>
            </a:r>
            <a:r>
              <a:rPr lang="en-AS" dirty="0">
                <a:solidFill>
                  <a:srgbClr val="C00000"/>
                </a:solidFill>
              </a:rPr>
              <a:t>ADJUSTABLE SET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TO PRODUCE VARIABLE VOLTAGE WITH POTENTIOMETER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rgbClr val="C00000"/>
                </a:solidFill>
              </a:rPr>
              <a:t>CONSIDERING THAT</a:t>
            </a:r>
            <a:br>
              <a:rPr lang="en-AS" dirty="0">
                <a:solidFill>
                  <a:srgbClr val="C00000"/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1-The minimum voltage which is the input (1.2~1.3).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 the  max current which is the output 1.5.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 THE DATA SHEET FOR IC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9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AA6C96-BAB8-83D5-5677-46575173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329" y="3080932"/>
            <a:ext cx="4624000" cy="22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18E2F6-F92E-A232-9C70-23DEA02EF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246" y="4347186"/>
            <a:ext cx="4218754" cy="24131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7908F-6F6B-4927-1D05-4BE55851F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AS" dirty="0" err="1">
                <a:solidFill>
                  <a:srgbClr val="C00000"/>
                </a:solidFill>
              </a:rPr>
              <a:t>ecommedation</a:t>
            </a:r>
            <a:r>
              <a:rPr lang="en-AS" dirty="0"/>
              <a:t>:</a:t>
            </a:r>
            <a:br>
              <a:rPr lang="en-AS" dirty="0"/>
            </a:br>
            <a:r>
              <a:rPr lang="en-AS" dirty="0">
                <a:highlight>
                  <a:srgbClr val="FFFF00"/>
                </a:highlight>
              </a:rPr>
              <a:t>**</a:t>
            </a:r>
            <a:r>
              <a:rPr lang="en-AS" dirty="0"/>
              <a:t> in regulator should be installed with heat sink to avoid any interruption in current and voltage output f</a:t>
            </a:r>
            <a:r>
              <a:rPr lang="en-US" dirty="0"/>
              <a:t>r</a:t>
            </a:r>
            <a:r>
              <a:rPr lang="en-AS" dirty="0"/>
              <a:t>om the circuit .</a:t>
            </a:r>
            <a:br>
              <a:rPr lang="en-AS" dirty="0"/>
            </a:br>
            <a:r>
              <a:rPr lang="en-AS" dirty="0">
                <a:highlight>
                  <a:srgbClr val="FFFF00"/>
                </a:highlight>
              </a:rPr>
              <a:t>**</a:t>
            </a:r>
            <a:r>
              <a:rPr lang="en-AS" dirty="0"/>
              <a:t>we must take care power dissipation of resistor .</a:t>
            </a:r>
            <a:br>
              <a:rPr lang="en-AS" dirty="0"/>
            </a:br>
            <a:r>
              <a:rPr lang="en-AS" dirty="0"/>
              <a:t>1-</a:t>
            </a:r>
            <a:r>
              <a:rPr lang="en-AS" b="1" dirty="0">
                <a:solidFill>
                  <a:srgbClr val="FF0000"/>
                </a:solidFill>
              </a:rPr>
              <a:t>voltage polarity tester </a:t>
            </a:r>
            <a:br>
              <a:rPr lang="en-AS" dirty="0"/>
            </a:br>
            <a:r>
              <a:rPr lang="en-AS" dirty="0"/>
              <a:t>this circuit is used to test a dc voltage of unknown polarity</a:t>
            </a:r>
            <a:br>
              <a:rPr lang="en-AS" dirty="0"/>
            </a:br>
            <a:r>
              <a:rPr lang="en-AS" b="1" dirty="0">
                <a:solidFill>
                  <a:srgbClr val="FF0000"/>
                </a:solidFill>
              </a:rPr>
              <a:t>2-continuity tester </a:t>
            </a:r>
            <a:br>
              <a:rPr lang="en-AS" dirty="0"/>
            </a:br>
            <a:r>
              <a:rPr lang="en-AS" dirty="0"/>
              <a:t>this circuit is used for to check for continuity of cables connectors and switches</a:t>
            </a:r>
            <a:br>
              <a:rPr lang="en-A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3A48E-4E70-8E1D-CE2A-7D51443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93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</TotalTime>
  <Words>578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POWERSUPPLY</vt:lpstr>
      <vt:lpstr>POWER SUPPLY PROJECT</vt:lpstr>
      <vt:lpstr>Power supply project</vt:lpstr>
      <vt:lpstr>Power supply project</vt:lpstr>
      <vt:lpstr>POWER SUPPLY PROJECT</vt:lpstr>
      <vt:lpstr>Power supply project</vt:lpstr>
      <vt:lpstr>Power supply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POWERSUPPLY</dc:title>
  <dc:creator>aya</dc:creator>
  <cp:lastModifiedBy>aya</cp:lastModifiedBy>
  <cp:revision>3</cp:revision>
  <dcterms:created xsi:type="dcterms:W3CDTF">2022-12-12T07:46:12Z</dcterms:created>
  <dcterms:modified xsi:type="dcterms:W3CDTF">2022-12-22T11:33:36Z</dcterms:modified>
</cp:coreProperties>
</file>