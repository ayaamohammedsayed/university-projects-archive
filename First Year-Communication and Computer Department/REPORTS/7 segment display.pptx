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12/24/2022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hyperlink" Target="tel:13.0"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5012-4CF6-12ED-2E9E-829F17AEFE8A}"/>
              </a:ext>
            </a:extLst>
          </p:cNvPr>
          <p:cNvSpPr>
            <a:spLocks noGrp="1"/>
          </p:cNvSpPr>
          <p:nvPr>
            <p:ph type="ctrTitle"/>
          </p:nvPr>
        </p:nvSpPr>
        <p:spPr/>
        <p:txBody>
          <a:bodyPr/>
          <a:lstStyle/>
          <a:p>
            <a:r>
              <a:rPr lang="en-AS" dirty="0"/>
              <a:t>7 segment display</a:t>
            </a:r>
            <a:endParaRPr lang="en-US" dirty="0"/>
          </a:p>
        </p:txBody>
      </p:sp>
      <p:sp>
        <p:nvSpPr>
          <p:cNvPr id="3" name="Subtitle 2">
            <a:extLst>
              <a:ext uri="{FF2B5EF4-FFF2-40B4-BE49-F238E27FC236}">
                <a16:creationId xmlns:a16="http://schemas.microsoft.com/office/drawing/2014/main" id="{30C5F2A3-0C01-76DE-47E7-2D90D0863B6C}"/>
              </a:ext>
            </a:extLst>
          </p:cNvPr>
          <p:cNvSpPr>
            <a:spLocks noGrp="1"/>
          </p:cNvSpPr>
          <p:nvPr>
            <p:ph type="subTitle" idx="1"/>
          </p:nvPr>
        </p:nvSpPr>
        <p:spPr/>
        <p:txBody>
          <a:bodyPr/>
          <a:lstStyle/>
          <a:p>
            <a:endParaRPr lang="en-AS" dirty="0"/>
          </a:p>
          <a:p>
            <a:r>
              <a:rPr lang="en-US" dirty="0"/>
              <a:t>A</a:t>
            </a:r>
            <a:r>
              <a:rPr lang="en-AS" dirty="0" err="1"/>
              <a:t>ya</a:t>
            </a:r>
            <a:r>
              <a:rPr lang="en-AS" dirty="0"/>
              <a:t> mohamed </a:t>
            </a:r>
            <a:r>
              <a:rPr lang="en-AS" dirty="0" err="1"/>
              <a:t>sayed</a:t>
            </a:r>
            <a:r>
              <a:rPr lang="en-AS" dirty="0"/>
              <a:t> </a:t>
            </a:r>
            <a:br>
              <a:rPr lang="en-AS" dirty="0"/>
            </a:br>
            <a:r>
              <a:rPr lang="en-AS" dirty="0"/>
              <a:t>sec 1</a:t>
            </a:r>
            <a:endParaRPr lang="en-US" dirty="0"/>
          </a:p>
        </p:txBody>
      </p:sp>
    </p:spTree>
    <p:extLst>
      <p:ext uri="{BB962C8B-B14F-4D97-AF65-F5344CB8AC3E}">
        <p14:creationId xmlns:p14="http://schemas.microsoft.com/office/powerpoint/2010/main" val="4017726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DCF5FB-4580-BDBC-C3FA-9E0FE0D755C7}"/>
              </a:ext>
            </a:extLst>
          </p:cNvPr>
          <p:cNvPicPr>
            <a:picLocks noChangeAspect="1"/>
          </p:cNvPicPr>
          <p:nvPr/>
        </p:nvPicPr>
        <p:blipFill>
          <a:blip r:embed="rId2"/>
          <a:stretch>
            <a:fillRect/>
          </a:stretch>
        </p:blipFill>
        <p:spPr>
          <a:xfrm>
            <a:off x="9742874" y="148978"/>
            <a:ext cx="2250858" cy="2226742"/>
          </a:xfrm>
          <a:prstGeom prst="rect">
            <a:avLst/>
          </a:prstGeom>
        </p:spPr>
      </p:pic>
      <p:sp>
        <p:nvSpPr>
          <p:cNvPr id="2" name="Title 1">
            <a:extLst>
              <a:ext uri="{FF2B5EF4-FFF2-40B4-BE49-F238E27FC236}">
                <a16:creationId xmlns:a16="http://schemas.microsoft.com/office/drawing/2014/main" id="{293E45A7-9A81-E586-938D-788A996CB1E9}"/>
              </a:ext>
            </a:extLst>
          </p:cNvPr>
          <p:cNvSpPr>
            <a:spLocks noGrp="1"/>
          </p:cNvSpPr>
          <p:nvPr>
            <p:ph type="title"/>
          </p:nvPr>
        </p:nvSpPr>
        <p:spPr/>
        <p:txBody>
          <a:bodyPr/>
          <a:lstStyle/>
          <a:p>
            <a:r>
              <a:rPr lang="en-AS" dirty="0"/>
              <a:t>7 segment display</a:t>
            </a:r>
            <a:endParaRPr lang="en-US" dirty="0"/>
          </a:p>
        </p:txBody>
      </p:sp>
      <p:sp>
        <p:nvSpPr>
          <p:cNvPr id="3" name="Content Placeholder 2">
            <a:extLst>
              <a:ext uri="{FF2B5EF4-FFF2-40B4-BE49-F238E27FC236}">
                <a16:creationId xmlns:a16="http://schemas.microsoft.com/office/drawing/2014/main" id="{DECAAEF7-DC7C-E191-45B4-132C90444726}"/>
              </a:ext>
            </a:extLst>
          </p:cNvPr>
          <p:cNvSpPr>
            <a:spLocks noGrp="1"/>
          </p:cNvSpPr>
          <p:nvPr>
            <p:ph idx="1"/>
          </p:nvPr>
        </p:nvSpPr>
        <p:spPr/>
        <p:txBody>
          <a:bodyPr>
            <a:normAutofit lnSpcReduction="10000"/>
          </a:bodyPr>
          <a:lstStyle/>
          <a:p>
            <a:r>
              <a:rPr lang="en-AS" b="0" i="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A seven-segment display is a form of electronic display device for displaying decimal numerals that is an alternative to the more complex dot matrix displays.</a:t>
            </a:r>
            <a:br>
              <a:rPr lang="en-AS" b="0" i="0" dirty="0">
                <a:solidFill>
                  <a:srgbClr val="000000"/>
                </a:solidFill>
                <a:effectLst/>
                <a:latin typeface="Times New Roman" panose="02020603050405020304" pitchFamily="18" charset="0"/>
              </a:rPr>
            </a:br>
            <a:br>
              <a:rPr lang="en-US" dirty="0"/>
            </a:br>
            <a:r>
              <a:rPr lang="en-AS" dirty="0"/>
              <a:t>2-</a:t>
            </a:r>
            <a:r>
              <a:rPr lang="en-US" b="0" i="0" dirty="0">
                <a:solidFill>
                  <a:srgbClr val="000000"/>
                </a:solidFill>
                <a:effectLst/>
                <a:latin typeface="Times New Roman" panose="02020603050405020304" pitchFamily="18" charset="0"/>
              </a:rPr>
              <a:t>Seven-segment displays are widely used in digital clocks, electronic meters, basic calculators, and other electronic devices that display numerical information.</a:t>
            </a:r>
            <a:br>
              <a:rPr lang="en-AS" b="0" i="0" dirty="0">
                <a:solidFill>
                  <a:srgbClr val="000000"/>
                </a:solidFill>
                <a:effectLst/>
                <a:latin typeface="Times New Roman" panose="02020603050405020304" pitchFamily="18" charset="0"/>
              </a:rPr>
            </a:br>
            <a:br>
              <a:rPr lang="en-AS" b="0" i="0" dirty="0">
                <a:solidFill>
                  <a:srgbClr val="000000"/>
                </a:solidFill>
                <a:effectLst/>
                <a:latin typeface="Times New Roman" panose="02020603050405020304" pitchFamily="18" charset="0"/>
              </a:rPr>
            </a:br>
            <a:r>
              <a:rPr lang="en-US" b="0" i="0" dirty="0">
                <a:solidFill>
                  <a:srgbClr val="000000"/>
                </a:solidFill>
                <a:effectLst/>
                <a:latin typeface="Times New Roman" panose="02020603050405020304" pitchFamily="18" charset="0"/>
              </a:rPr>
              <a:t>The seven segments are arranged as a rectangle of two vertical segments on each side with one horizontal segment on the top, middle, and bottom. Often the rectangle is oblique (slanted), which aids readability.[citation needed] In most applications, the segments are of nearly uniform shape and size (usually elongated hexagons, though trapezoids and rectangles can also be used), though in the case of adding machines, the vertical segments are longer and more oddly shaped at the ends in an effort to further enhance readability. The seven elements of the display can be lit in different combinations to represent the Arabic numerals.</a:t>
            </a:r>
            <a:endParaRPr lang="en-US" dirty="0"/>
          </a:p>
        </p:txBody>
      </p:sp>
    </p:spTree>
    <p:extLst>
      <p:ext uri="{BB962C8B-B14F-4D97-AF65-F5344CB8AC3E}">
        <p14:creationId xmlns:p14="http://schemas.microsoft.com/office/powerpoint/2010/main" val="129494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2C36-2B98-D9E0-F561-7B81BFB63A91}"/>
              </a:ext>
            </a:extLst>
          </p:cNvPr>
          <p:cNvSpPr>
            <a:spLocks noGrp="1"/>
          </p:cNvSpPr>
          <p:nvPr>
            <p:ph type="title"/>
          </p:nvPr>
        </p:nvSpPr>
        <p:spPr/>
        <p:txBody>
          <a:bodyPr/>
          <a:lstStyle/>
          <a:p>
            <a:r>
              <a:rPr lang="en-US" dirty="0"/>
              <a:t>C</a:t>
            </a:r>
            <a:r>
              <a:rPr lang="en-AS" dirty="0" err="1"/>
              <a:t>haracter</a:t>
            </a:r>
            <a:r>
              <a:rPr lang="en-AS" dirty="0"/>
              <a:t> of </a:t>
            </a:r>
            <a:r>
              <a:rPr lang="en-AS"/>
              <a:t>7 segment</a:t>
            </a:r>
            <a:endParaRPr lang="en-US"/>
          </a:p>
        </p:txBody>
      </p:sp>
      <p:sp>
        <p:nvSpPr>
          <p:cNvPr id="3" name="Content Placeholder 2">
            <a:extLst>
              <a:ext uri="{FF2B5EF4-FFF2-40B4-BE49-F238E27FC236}">
                <a16:creationId xmlns:a16="http://schemas.microsoft.com/office/drawing/2014/main" id="{718D53DD-A2F1-FB10-D2A6-1811D8E306D8}"/>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The segments are referred to by the letters A to G, where the optional decimal point (an "eighth segment", referred to as DP) is used for the display of non-integer numbers. A single byte can encode the full state of a 7-segment-display including the decimal point. The most popular bit encodings are </a:t>
            </a:r>
            <a:r>
              <a:rPr lang="en-US" b="0" i="0" dirty="0" err="1">
                <a:solidFill>
                  <a:srgbClr val="000000"/>
                </a:solidFill>
                <a:effectLst/>
                <a:latin typeface="Times New Roman" panose="02020603050405020304" pitchFamily="18" charset="0"/>
              </a:rPr>
              <a:t>gfedcba</a:t>
            </a:r>
            <a:r>
              <a:rPr lang="en-US" b="0" i="0" dirty="0">
                <a:solidFill>
                  <a:srgbClr val="000000"/>
                </a:solidFill>
                <a:effectLst/>
                <a:latin typeface="Times New Roman" panose="02020603050405020304" pitchFamily="18" charset="0"/>
              </a:rPr>
              <a:t> and </a:t>
            </a:r>
            <a:r>
              <a:rPr lang="en-US" b="0" i="0" dirty="0" err="1">
                <a:solidFill>
                  <a:srgbClr val="000000"/>
                </a:solidFill>
                <a:effectLst/>
                <a:latin typeface="Times New Roman" panose="02020603050405020304" pitchFamily="18" charset="0"/>
              </a:rPr>
              <a:t>abcdefg</a:t>
            </a:r>
            <a:r>
              <a:rPr lang="en-US" b="0" i="0" dirty="0">
                <a:solidFill>
                  <a:srgbClr val="000000"/>
                </a:solidFill>
                <a:effectLst/>
                <a:latin typeface="Times New Roman" panose="02020603050405020304" pitchFamily="18" charset="0"/>
              </a:rPr>
              <a:t>. In the </a:t>
            </a:r>
            <a:r>
              <a:rPr lang="en-US" b="0" i="0" dirty="0" err="1">
                <a:solidFill>
                  <a:srgbClr val="000000"/>
                </a:solidFill>
                <a:effectLst/>
                <a:latin typeface="Times New Roman" panose="02020603050405020304" pitchFamily="18" charset="0"/>
              </a:rPr>
              <a:t>gfedcba</a:t>
            </a:r>
            <a:r>
              <a:rPr lang="en-US" b="0" i="0" dirty="0">
                <a:solidFill>
                  <a:srgbClr val="000000"/>
                </a:solidFill>
                <a:effectLst/>
                <a:latin typeface="Times New Roman" panose="02020603050405020304" pitchFamily="18" charset="0"/>
              </a:rPr>
              <a:t> representation, a byte value of 0x06 would turn on segments "c" and "b", which would display a "1".</a:t>
            </a:r>
            <a:br>
              <a:rPr lang="en-AS" b="0" i="0" dirty="0">
                <a:solidFill>
                  <a:srgbClr val="000000"/>
                </a:solidFill>
                <a:effectLst/>
                <a:latin typeface="Times New Roman" panose="02020603050405020304" pitchFamily="18" charset="0"/>
              </a:rPr>
            </a:br>
            <a:endParaRPr lang="en-US" dirty="0"/>
          </a:p>
        </p:txBody>
      </p:sp>
    </p:spTree>
    <p:extLst>
      <p:ext uri="{BB962C8B-B14F-4D97-AF65-F5344CB8AC3E}">
        <p14:creationId xmlns:p14="http://schemas.microsoft.com/office/powerpoint/2010/main" val="236376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71437-BD8E-15C5-7A89-32FF03B70E9F}"/>
              </a:ext>
            </a:extLst>
          </p:cNvPr>
          <p:cNvSpPr>
            <a:spLocks noGrp="1"/>
          </p:cNvSpPr>
          <p:nvPr>
            <p:ph type="title"/>
          </p:nvPr>
        </p:nvSpPr>
        <p:spPr/>
        <p:txBody>
          <a:bodyPr/>
          <a:lstStyle/>
          <a:p>
            <a:r>
              <a:rPr lang="en-US" dirty="0"/>
              <a:t>B</a:t>
            </a:r>
            <a:r>
              <a:rPr lang="en-AS" dirty="0" err="1"/>
              <a:t>inary</a:t>
            </a:r>
            <a:r>
              <a:rPr lang="en-AS" dirty="0"/>
              <a:t> 7 segment to </a:t>
            </a:r>
            <a:r>
              <a:rPr lang="en-AS" dirty="0" err="1"/>
              <a:t>dicimal</a:t>
            </a:r>
            <a:endParaRPr lang="en-US" dirty="0"/>
          </a:p>
        </p:txBody>
      </p:sp>
      <p:sp>
        <p:nvSpPr>
          <p:cNvPr id="3" name="Content Placeholder 2">
            <a:extLst>
              <a:ext uri="{FF2B5EF4-FFF2-40B4-BE49-F238E27FC236}">
                <a16:creationId xmlns:a16="http://schemas.microsoft.com/office/drawing/2014/main" id="{976383DE-0A25-B030-F75A-6234B43A329E}"/>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rPr>
              <a:t>The numerical digits 0 to 9 are the most common characters displayed on seven-segment displays. The most common patterns used for each of these is:[18]</a:t>
            </a:r>
            <a:br>
              <a:rPr lang="en-US" dirty="0"/>
            </a:br>
            <a:br>
              <a:rPr lang="en-US" dirty="0"/>
            </a:br>
            <a:r>
              <a:rPr lang="en-US" b="0" i="0" dirty="0">
                <a:solidFill>
                  <a:srgbClr val="000000"/>
                </a:solidFill>
                <a:effectLst/>
                <a:latin typeface="Times New Roman" panose="02020603050405020304" pitchFamily="18" charset="0"/>
              </a:rPr>
              <a:t>        </a:t>
            </a:r>
            <a:br>
              <a:rPr lang="en-US" dirty="0"/>
            </a:br>
            <a:r>
              <a:rPr lang="en-US" b="0" i="0" dirty="0">
                <a:solidFill>
                  <a:srgbClr val="000000"/>
                </a:solidFill>
                <a:effectLst/>
                <a:latin typeface="Times New Roman" panose="02020603050405020304" pitchFamily="18" charset="0"/>
              </a:rPr>
              <a:t>Alternate patterns: The numeral 1 may be represented with the left segments, the numerals 6 and 9 may be represented without a "tail", and the numeral 7 represented with a 'tail':[19]</a:t>
            </a:r>
            <a:br>
              <a:rPr lang="en-US" dirty="0"/>
            </a:br>
            <a:br>
              <a:rPr lang="en-US" dirty="0"/>
            </a:br>
            <a:r>
              <a:rPr lang="en-US" b="0" i="0" dirty="0">
                <a:solidFill>
                  <a:srgbClr val="000000"/>
                </a:solidFill>
                <a:effectLst/>
                <a:latin typeface="Times New Roman" panose="02020603050405020304" pitchFamily="18" charset="0"/>
              </a:rPr>
              <a:t>  </a:t>
            </a:r>
            <a:br>
              <a:rPr lang="en-US" dirty="0"/>
            </a:br>
            <a:r>
              <a:rPr lang="en-US" b="0" i="0" dirty="0">
                <a:solidFill>
                  <a:srgbClr val="000000"/>
                </a:solidFill>
                <a:effectLst/>
                <a:latin typeface="Times New Roman" panose="02020603050405020304" pitchFamily="18" charset="0"/>
              </a:rPr>
              <a:t>In Unicode </a:t>
            </a:r>
            <a:r>
              <a:rPr lang="en-US" b="0" i="0" dirty="0">
                <a:effectLst/>
                <a:latin typeface="Times New Roman" panose="02020603050405020304" pitchFamily="18" charset="0"/>
                <a:hlinkClick r:id="rId2"/>
              </a:rPr>
              <a:t>13.0</a:t>
            </a:r>
            <a:r>
              <a:rPr lang="en-US" b="0" i="0" dirty="0">
                <a:solidFill>
                  <a:srgbClr val="000000"/>
                </a:solidFill>
                <a:effectLst/>
                <a:latin typeface="Times New Roman" panose="02020603050405020304" pitchFamily="18" charset="0"/>
              </a:rPr>
              <a:t>, 10 codepoints had been given for segmented digits 0–9 in the Symbols for Legacy Computing block, to replicate early computer fonts that included seven-segment versions of the digits.[20] The official reference shows the less-common four-segment "7". The characters as displayed by your browser:</a:t>
            </a:r>
            <a:endParaRPr lang="en-US" dirty="0"/>
          </a:p>
        </p:txBody>
      </p:sp>
      <p:pic>
        <p:nvPicPr>
          <p:cNvPr id="5" name="Picture 4">
            <a:extLst>
              <a:ext uri="{FF2B5EF4-FFF2-40B4-BE49-F238E27FC236}">
                <a16:creationId xmlns:a16="http://schemas.microsoft.com/office/drawing/2014/main" id="{9F601132-64D6-C028-2517-ABCAB1EB571B}"/>
              </a:ext>
            </a:extLst>
          </p:cNvPr>
          <p:cNvPicPr>
            <a:picLocks noChangeAspect="1"/>
          </p:cNvPicPr>
          <p:nvPr/>
        </p:nvPicPr>
        <p:blipFill>
          <a:blip r:embed="rId3"/>
          <a:stretch>
            <a:fillRect/>
          </a:stretch>
        </p:blipFill>
        <p:spPr>
          <a:xfrm>
            <a:off x="4574168" y="3125768"/>
            <a:ext cx="190500" cy="314325"/>
          </a:xfrm>
          <a:prstGeom prst="rect">
            <a:avLst/>
          </a:prstGeom>
        </p:spPr>
      </p:pic>
      <p:pic>
        <p:nvPicPr>
          <p:cNvPr id="7" name="Picture 6">
            <a:extLst>
              <a:ext uri="{FF2B5EF4-FFF2-40B4-BE49-F238E27FC236}">
                <a16:creationId xmlns:a16="http://schemas.microsoft.com/office/drawing/2014/main" id="{7ABCED8C-805E-5E32-1D71-77A4715F23E0}"/>
              </a:ext>
            </a:extLst>
          </p:cNvPr>
          <p:cNvPicPr>
            <a:picLocks noChangeAspect="1"/>
          </p:cNvPicPr>
          <p:nvPr/>
        </p:nvPicPr>
        <p:blipFill>
          <a:blip r:embed="rId4"/>
          <a:stretch>
            <a:fillRect/>
          </a:stretch>
        </p:blipFill>
        <p:spPr>
          <a:xfrm>
            <a:off x="4065418" y="3125768"/>
            <a:ext cx="190500" cy="314325"/>
          </a:xfrm>
          <a:prstGeom prst="rect">
            <a:avLst/>
          </a:prstGeom>
        </p:spPr>
      </p:pic>
      <p:pic>
        <p:nvPicPr>
          <p:cNvPr id="9" name="Picture 8">
            <a:extLst>
              <a:ext uri="{FF2B5EF4-FFF2-40B4-BE49-F238E27FC236}">
                <a16:creationId xmlns:a16="http://schemas.microsoft.com/office/drawing/2014/main" id="{F6423CD2-2289-AD4D-8DD3-B19A524747A8}"/>
              </a:ext>
            </a:extLst>
          </p:cNvPr>
          <p:cNvPicPr>
            <a:picLocks noChangeAspect="1"/>
          </p:cNvPicPr>
          <p:nvPr/>
        </p:nvPicPr>
        <p:blipFill>
          <a:blip r:embed="rId5"/>
          <a:stretch>
            <a:fillRect/>
          </a:stretch>
        </p:blipFill>
        <p:spPr>
          <a:xfrm>
            <a:off x="3672093" y="3114673"/>
            <a:ext cx="190500" cy="314325"/>
          </a:xfrm>
          <a:prstGeom prst="rect">
            <a:avLst/>
          </a:prstGeom>
        </p:spPr>
      </p:pic>
      <p:pic>
        <p:nvPicPr>
          <p:cNvPr id="11" name="Picture 10">
            <a:extLst>
              <a:ext uri="{FF2B5EF4-FFF2-40B4-BE49-F238E27FC236}">
                <a16:creationId xmlns:a16="http://schemas.microsoft.com/office/drawing/2014/main" id="{1E768FE5-F716-CD52-1513-7EF5A36A54D8}"/>
              </a:ext>
            </a:extLst>
          </p:cNvPr>
          <p:cNvPicPr>
            <a:picLocks noChangeAspect="1"/>
          </p:cNvPicPr>
          <p:nvPr/>
        </p:nvPicPr>
        <p:blipFill>
          <a:blip r:embed="rId6"/>
          <a:stretch>
            <a:fillRect/>
          </a:stretch>
        </p:blipFill>
        <p:spPr>
          <a:xfrm>
            <a:off x="3211808" y="3114673"/>
            <a:ext cx="190500" cy="314325"/>
          </a:xfrm>
          <a:prstGeom prst="rect">
            <a:avLst/>
          </a:prstGeom>
        </p:spPr>
      </p:pic>
      <p:pic>
        <p:nvPicPr>
          <p:cNvPr id="13" name="Picture 12">
            <a:extLst>
              <a:ext uri="{FF2B5EF4-FFF2-40B4-BE49-F238E27FC236}">
                <a16:creationId xmlns:a16="http://schemas.microsoft.com/office/drawing/2014/main" id="{A3607834-3AE1-7E82-D8DD-555E81C29F14}"/>
              </a:ext>
            </a:extLst>
          </p:cNvPr>
          <p:cNvPicPr>
            <a:picLocks noChangeAspect="1"/>
          </p:cNvPicPr>
          <p:nvPr/>
        </p:nvPicPr>
        <p:blipFill>
          <a:blip r:embed="rId7"/>
          <a:stretch>
            <a:fillRect/>
          </a:stretch>
        </p:blipFill>
        <p:spPr>
          <a:xfrm>
            <a:off x="2785003" y="3114672"/>
            <a:ext cx="190500" cy="314325"/>
          </a:xfrm>
          <a:prstGeom prst="rect">
            <a:avLst/>
          </a:prstGeom>
        </p:spPr>
      </p:pic>
    </p:spTree>
    <p:extLst>
      <p:ext uri="{BB962C8B-B14F-4D97-AF65-F5344CB8AC3E}">
        <p14:creationId xmlns:p14="http://schemas.microsoft.com/office/powerpoint/2010/main" val="39449712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13</TotalTime>
  <Words>417</Words>
  <Application>Microsoft Office PowerPoint</Application>
  <PresentationFormat>Widescreen</PresentationFormat>
  <Paragraphs>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Times New Roman</vt:lpstr>
      <vt:lpstr>Tw Cen MT</vt:lpstr>
      <vt:lpstr>Tw Cen MT Condensed</vt:lpstr>
      <vt:lpstr>Wingdings 3</vt:lpstr>
      <vt:lpstr>Integral</vt:lpstr>
      <vt:lpstr>7 segment display</vt:lpstr>
      <vt:lpstr>7 segment display</vt:lpstr>
      <vt:lpstr>Character of 7 segment</vt:lpstr>
      <vt:lpstr>Binary 7 segment to dicimal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segment display</dc:title>
  <dc:creator>aya</dc:creator>
  <cp:lastModifiedBy>aya</cp:lastModifiedBy>
  <cp:revision>1</cp:revision>
  <dcterms:created xsi:type="dcterms:W3CDTF">2022-12-24T06:19:22Z</dcterms:created>
  <dcterms:modified xsi:type="dcterms:W3CDTF">2022-12-24T06:32:29Z</dcterms:modified>
</cp:coreProperties>
</file>