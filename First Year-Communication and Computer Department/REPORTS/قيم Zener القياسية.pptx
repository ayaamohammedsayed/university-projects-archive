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12/24/2022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12/24/2022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12/24/2022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12/24/2022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12/24/2022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12/24/2022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12/24/2022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12/24/2022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12/24/2022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12/24/2022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12/24/2022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12/24/2022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24CF7-94F1-2D26-7C1B-CF5D32228E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EG" dirty="0"/>
              <a:t>قيم </a:t>
            </a:r>
            <a:r>
              <a:rPr lang="en-US" dirty="0"/>
              <a:t>Z</a:t>
            </a:r>
            <a:r>
              <a:rPr lang="en-AS" dirty="0" err="1"/>
              <a:t>ener</a:t>
            </a:r>
            <a:r>
              <a:rPr lang="en-AS" dirty="0"/>
              <a:t> </a:t>
            </a:r>
            <a:r>
              <a:rPr lang="ar-EG" dirty="0"/>
              <a:t>القياسية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FB6D8-F9BC-A73A-783B-CF563DACF4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AS" dirty="0" err="1"/>
              <a:t>ya</a:t>
            </a:r>
            <a:r>
              <a:rPr lang="en-AS" dirty="0"/>
              <a:t> mohamed </a:t>
            </a:r>
            <a:r>
              <a:rPr lang="en-AS" dirty="0" err="1"/>
              <a:t>sayed</a:t>
            </a:r>
            <a:r>
              <a:rPr lang="en-AS" dirty="0"/>
              <a:t> </a:t>
            </a:r>
            <a:br>
              <a:rPr lang="en-AS" dirty="0"/>
            </a:br>
            <a:r>
              <a:rPr lang="en-AS" dirty="0"/>
              <a:t>sec1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565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C7FCE-7418-1F54-69D8-EEBC57915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</a:t>
            </a:r>
            <a:r>
              <a:rPr lang="en-AS" dirty="0" err="1"/>
              <a:t>eaner</a:t>
            </a:r>
            <a:r>
              <a:rPr lang="en-AS" dirty="0"/>
              <a:t> values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384A6F-C862-EC6B-5897-37A9492960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708" y="2250059"/>
            <a:ext cx="8092869" cy="4022725"/>
          </a:xfrm>
        </p:spPr>
      </p:pic>
    </p:spTree>
    <p:extLst>
      <p:ext uri="{BB962C8B-B14F-4D97-AF65-F5344CB8AC3E}">
        <p14:creationId xmlns:p14="http://schemas.microsoft.com/office/powerpoint/2010/main" val="37383423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</TotalTime>
  <Words>13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Tw Cen MT</vt:lpstr>
      <vt:lpstr>Tw Cen MT Condensed</vt:lpstr>
      <vt:lpstr>Wingdings 3</vt:lpstr>
      <vt:lpstr>Integral</vt:lpstr>
      <vt:lpstr>قيم Zener القياسية</vt:lpstr>
      <vt:lpstr>Zeaner values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قيم Zener القياسية</dc:title>
  <dc:creator>aya</dc:creator>
  <cp:lastModifiedBy>aya</cp:lastModifiedBy>
  <cp:revision>1</cp:revision>
  <dcterms:created xsi:type="dcterms:W3CDTF">2022-12-24T06:16:41Z</dcterms:created>
  <dcterms:modified xsi:type="dcterms:W3CDTF">2022-12-24T06:19:16Z</dcterms:modified>
</cp:coreProperties>
</file>