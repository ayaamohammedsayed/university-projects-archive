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61"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12/24/2022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12/24/2022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12/24/2022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12/24/2022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12/24/2022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12/24/2022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12/24/2022</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EF90B-A0D4-8247-C804-02A987AD27B3}"/>
              </a:ext>
            </a:extLst>
          </p:cNvPr>
          <p:cNvSpPr>
            <a:spLocks noGrp="1"/>
          </p:cNvSpPr>
          <p:nvPr>
            <p:ph type="ctrTitle"/>
          </p:nvPr>
        </p:nvSpPr>
        <p:spPr/>
        <p:txBody>
          <a:bodyPr/>
          <a:lstStyle/>
          <a:p>
            <a:r>
              <a:rPr lang="en-US" dirty="0"/>
              <a:t>C</a:t>
            </a:r>
            <a:r>
              <a:rPr lang="en-AS" dirty="0" err="1"/>
              <a:t>ommon</a:t>
            </a:r>
            <a:r>
              <a:rPr lang="en-AS" dirty="0"/>
              <a:t> anode and </a:t>
            </a:r>
            <a:r>
              <a:rPr lang="en-AS" dirty="0" err="1"/>
              <a:t>cathod</a:t>
            </a:r>
            <a:r>
              <a:rPr lang="en-AS" dirty="0"/>
              <a:t> </a:t>
            </a:r>
            <a:endParaRPr lang="en-US" dirty="0"/>
          </a:p>
        </p:txBody>
      </p:sp>
      <p:sp>
        <p:nvSpPr>
          <p:cNvPr id="3" name="Subtitle 2">
            <a:extLst>
              <a:ext uri="{FF2B5EF4-FFF2-40B4-BE49-F238E27FC236}">
                <a16:creationId xmlns:a16="http://schemas.microsoft.com/office/drawing/2014/main" id="{33A89576-F52D-56CA-BB7C-6A3900951D19}"/>
              </a:ext>
            </a:extLst>
          </p:cNvPr>
          <p:cNvSpPr>
            <a:spLocks noGrp="1"/>
          </p:cNvSpPr>
          <p:nvPr>
            <p:ph type="subTitle" idx="1"/>
          </p:nvPr>
        </p:nvSpPr>
        <p:spPr/>
        <p:txBody>
          <a:bodyPr/>
          <a:lstStyle/>
          <a:p>
            <a:r>
              <a:rPr lang="en-US" dirty="0"/>
              <a:t>A</a:t>
            </a:r>
            <a:r>
              <a:rPr lang="en-AS" dirty="0" err="1"/>
              <a:t>ya</a:t>
            </a:r>
            <a:r>
              <a:rPr lang="en-AS" dirty="0"/>
              <a:t> mohamed </a:t>
            </a:r>
            <a:r>
              <a:rPr lang="en-AS" dirty="0" err="1"/>
              <a:t>sayed</a:t>
            </a:r>
            <a:r>
              <a:rPr lang="en-AS" dirty="0"/>
              <a:t> </a:t>
            </a:r>
            <a:br>
              <a:rPr lang="en-AS" dirty="0"/>
            </a:br>
            <a:r>
              <a:rPr lang="en-AS" dirty="0"/>
              <a:t>sec 1</a:t>
            </a:r>
            <a:endParaRPr lang="en-US" dirty="0"/>
          </a:p>
        </p:txBody>
      </p:sp>
    </p:spTree>
    <p:extLst>
      <p:ext uri="{BB962C8B-B14F-4D97-AF65-F5344CB8AC3E}">
        <p14:creationId xmlns:p14="http://schemas.microsoft.com/office/powerpoint/2010/main" val="3058489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8A9F8-D08B-0F86-8818-6E5BFEE8F076}"/>
              </a:ext>
            </a:extLst>
          </p:cNvPr>
          <p:cNvSpPr>
            <a:spLocks noGrp="1"/>
          </p:cNvSpPr>
          <p:nvPr>
            <p:ph type="title"/>
          </p:nvPr>
        </p:nvSpPr>
        <p:spPr/>
        <p:txBody>
          <a:bodyPr/>
          <a:lstStyle/>
          <a:p>
            <a:r>
              <a:rPr lang="en-US" dirty="0"/>
              <a:t>C</a:t>
            </a:r>
            <a:r>
              <a:rPr lang="en-AS" dirty="0" err="1"/>
              <a:t>ommon</a:t>
            </a:r>
            <a:r>
              <a:rPr lang="en-AS" dirty="0"/>
              <a:t> anode and cathode </a:t>
            </a:r>
            <a:endParaRPr lang="en-US" dirty="0"/>
          </a:p>
        </p:txBody>
      </p:sp>
      <p:sp>
        <p:nvSpPr>
          <p:cNvPr id="3" name="Content Placeholder 2">
            <a:extLst>
              <a:ext uri="{FF2B5EF4-FFF2-40B4-BE49-F238E27FC236}">
                <a16:creationId xmlns:a16="http://schemas.microsoft.com/office/drawing/2014/main" id="{5EFECAD1-0A03-8F14-A5A5-A418C63FB5EE}"/>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rPr>
              <a:t>There are two types of LED 7-segment displays: common cathode (CC) and common anode (CA). The difference between the two displays is the common cathode has all the cathodes of the 7-segments connected directly together and the common anode has all the anodes of the 7-segments connected together. Shown below is a common anode seven segment.</a:t>
            </a:r>
            <a:endParaRPr lang="en-US" dirty="0"/>
          </a:p>
        </p:txBody>
      </p:sp>
      <p:pic>
        <p:nvPicPr>
          <p:cNvPr id="5" name="Picture 4">
            <a:extLst>
              <a:ext uri="{FF2B5EF4-FFF2-40B4-BE49-F238E27FC236}">
                <a16:creationId xmlns:a16="http://schemas.microsoft.com/office/drawing/2014/main" id="{7C91E4FC-5E5A-B64D-B788-B143CE2A461A}"/>
              </a:ext>
            </a:extLst>
          </p:cNvPr>
          <p:cNvPicPr>
            <a:picLocks noChangeAspect="1"/>
          </p:cNvPicPr>
          <p:nvPr/>
        </p:nvPicPr>
        <p:blipFill>
          <a:blip r:embed="rId2"/>
          <a:stretch>
            <a:fillRect/>
          </a:stretch>
        </p:blipFill>
        <p:spPr>
          <a:xfrm>
            <a:off x="4247780" y="3840656"/>
            <a:ext cx="6057900" cy="2124075"/>
          </a:xfrm>
          <a:prstGeom prst="rect">
            <a:avLst/>
          </a:prstGeom>
        </p:spPr>
      </p:pic>
    </p:spTree>
    <p:extLst>
      <p:ext uri="{BB962C8B-B14F-4D97-AF65-F5344CB8AC3E}">
        <p14:creationId xmlns:p14="http://schemas.microsoft.com/office/powerpoint/2010/main" val="141675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DADAF-6F38-084D-69CA-9F0779E256EB}"/>
              </a:ext>
            </a:extLst>
          </p:cNvPr>
          <p:cNvSpPr>
            <a:spLocks noGrp="1"/>
          </p:cNvSpPr>
          <p:nvPr>
            <p:ph type="title"/>
          </p:nvPr>
        </p:nvSpPr>
        <p:spPr/>
        <p:txBody>
          <a:bodyPr/>
          <a:lstStyle/>
          <a:p>
            <a:r>
              <a:rPr lang="en-US" dirty="0"/>
              <a:t>C</a:t>
            </a:r>
            <a:r>
              <a:rPr lang="en-AS" dirty="0" err="1"/>
              <a:t>ommon</a:t>
            </a:r>
            <a:r>
              <a:rPr lang="en-AS" dirty="0"/>
              <a:t> anode and cathode 	</a:t>
            </a:r>
            <a:endParaRPr lang="en-US" dirty="0"/>
          </a:p>
        </p:txBody>
      </p:sp>
      <p:sp>
        <p:nvSpPr>
          <p:cNvPr id="3" name="Content Placeholder 2">
            <a:extLst>
              <a:ext uri="{FF2B5EF4-FFF2-40B4-BE49-F238E27FC236}">
                <a16:creationId xmlns:a16="http://schemas.microsoft.com/office/drawing/2014/main" id="{797B326A-6BF8-F192-5984-83481DF1CCD0}"/>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rPr>
              <a:t>As shown above all the anode segments are connected together. When working with a CA seven segment display, power must be applied externally to the </a:t>
            </a:r>
            <a:r>
              <a:rPr lang="en-US" b="0" i="0" dirty="0" err="1">
                <a:solidFill>
                  <a:srgbClr val="000000"/>
                </a:solidFill>
                <a:effectLst/>
                <a:latin typeface="Times New Roman" panose="02020603050405020304" pitchFamily="18" charset="0"/>
              </a:rPr>
              <a:t>the</a:t>
            </a:r>
            <a:r>
              <a:rPr lang="en-US" b="0" i="0" dirty="0">
                <a:solidFill>
                  <a:srgbClr val="000000"/>
                </a:solidFill>
                <a:effectLst/>
                <a:latin typeface="Times New Roman" panose="02020603050405020304" pitchFamily="18" charset="0"/>
              </a:rPr>
              <a:t> anode connection that is common to all the segments. Then by applying a ground to a particular segment connection (a-g), the appropriate segment will light up. An additional resistor must be added to the circuit to limit the amount of current flowing thru each LED segment.</a:t>
            </a:r>
            <a:endParaRPr lang="en-US" dirty="0"/>
          </a:p>
        </p:txBody>
      </p:sp>
    </p:spTree>
    <p:extLst>
      <p:ext uri="{BB962C8B-B14F-4D97-AF65-F5344CB8AC3E}">
        <p14:creationId xmlns:p14="http://schemas.microsoft.com/office/powerpoint/2010/main" val="1410557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9288-5371-AE0A-D470-04D4CFE6AB9F}"/>
              </a:ext>
            </a:extLst>
          </p:cNvPr>
          <p:cNvSpPr>
            <a:spLocks noGrp="1"/>
          </p:cNvSpPr>
          <p:nvPr>
            <p:ph type="title"/>
          </p:nvPr>
        </p:nvSpPr>
        <p:spPr/>
        <p:txBody>
          <a:bodyPr/>
          <a:lstStyle/>
          <a:p>
            <a:r>
              <a:rPr lang="en-AS" dirty="0"/>
              <a:t>7 segment display</a:t>
            </a:r>
            <a:endParaRPr lang="en-US" dirty="0"/>
          </a:p>
        </p:txBody>
      </p:sp>
      <p:sp>
        <p:nvSpPr>
          <p:cNvPr id="3" name="Content Placeholder 2">
            <a:extLst>
              <a:ext uri="{FF2B5EF4-FFF2-40B4-BE49-F238E27FC236}">
                <a16:creationId xmlns:a16="http://schemas.microsoft.com/office/drawing/2014/main" id="{95150E2A-F17A-F708-1A2B-4B7E871DE310}"/>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rPr>
              <a:t>The above diagram shows the instance when power is applied to the CA connection and segments b &amp; c are grounded causing these two segments to light up. A typical pinout for a seven segment common anode display is shown below.</a:t>
            </a:r>
            <a:br>
              <a:rPr lang="en-AS" b="0" i="0" dirty="0">
                <a:solidFill>
                  <a:srgbClr val="000000"/>
                </a:solidFill>
                <a:effectLst/>
                <a:latin typeface="Times New Roman" panose="02020603050405020304" pitchFamily="18" charset="0"/>
              </a:rPr>
            </a:br>
            <a:br>
              <a:rPr lang="en-AS" b="0" i="0" dirty="0">
                <a:solidFill>
                  <a:srgbClr val="000000"/>
                </a:solidFill>
                <a:effectLst/>
                <a:latin typeface="Times New Roman" panose="02020603050405020304" pitchFamily="18" charset="0"/>
              </a:rPr>
            </a:br>
            <a:r>
              <a:rPr lang="en-US" b="0" i="0" dirty="0">
                <a:solidFill>
                  <a:srgbClr val="000000"/>
                </a:solidFill>
                <a:effectLst/>
                <a:latin typeface="Times New Roman" panose="02020603050405020304" pitchFamily="18" charset="0"/>
              </a:rPr>
              <a:t>common cathode seven segment is different from a common anode segment in that the cathodes of all the LEDs are connected together. For the use of this seven segment the common cathode connection must be grounded and power must be applied to appropriate segment in order to illuminate that segment.</a:t>
            </a:r>
            <a:endParaRPr lang="en-US" dirty="0"/>
          </a:p>
        </p:txBody>
      </p:sp>
      <p:pic>
        <p:nvPicPr>
          <p:cNvPr id="5" name="Picture 4">
            <a:extLst>
              <a:ext uri="{FF2B5EF4-FFF2-40B4-BE49-F238E27FC236}">
                <a16:creationId xmlns:a16="http://schemas.microsoft.com/office/drawing/2014/main" id="{E22B29F7-5F54-96AD-9187-A45B3D594445}"/>
              </a:ext>
            </a:extLst>
          </p:cNvPr>
          <p:cNvPicPr>
            <a:picLocks noChangeAspect="1"/>
          </p:cNvPicPr>
          <p:nvPr/>
        </p:nvPicPr>
        <p:blipFill>
          <a:blip r:embed="rId2"/>
          <a:stretch>
            <a:fillRect/>
          </a:stretch>
        </p:blipFill>
        <p:spPr>
          <a:xfrm>
            <a:off x="8303581" y="202152"/>
            <a:ext cx="2775751" cy="2255298"/>
          </a:xfrm>
          <a:prstGeom prst="rect">
            <a:avLst/>
          </a:prstGeom>
        </p:spPr>
      </p:pic>
      <p:pic>
        <p:nvPicPr>
          <p:cNvPr id="7" name="Picture 6">
            <a:extLst>
              <a:ext uri="{FF2B5EF4-FFF2-40B4-BE49-F238E27FC236}">
                <a16:creationId xmlns:a16="http://schemas.microsoft.com/office/drawing/2014/main" id="{096D95B8-6051-1689-7282-EC608150289E}"/>
              </a:ext>
            </a:extLst>
          </p:cNvPr>
          <p:cNvPicPr>
            <a:picLocks noChangeAspect="1"/>
          </p:cNvPicPr>
          <p:nvPr/>
        </p:nvPicPr>
        <p:blipFill>
          <a:blip r:embed="rId3"/>
          <a:stretch>
            <a:fillRect/>
          </a:stretch>
        </p:blipFill>
        <p:spPr>
          <a:xfrm>
            <a:off x="4215090" y="4590238"/>
            <a:ext cx="5612491" cy="2267762"/>
          </a:xfrm>
          <a:prstGeom prst="rect">
            <a:avLst/>
          </a:prstGeom>
        </p:spPr>
      </p:pic>
    </p:spTree>
    <p:extLst>
      <p:ext uri="{BB962C8B-B14F-4D97-AF65-F5344CB8AC3E}">
        <p14:creationId xmlns:p14="http://schemas.microsoft.com/office/powerpoint/2010/main" val="16131940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44</TotalTime>
  <Words>265</Words>
  <Application>Microsoft Office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Times New Roman</vt:lpstr>
      <vt:lpstr>Tw Cen MT</vt:lpstr>
      <vt:lpstr>Tw Cen MT Condensed</vt:lpstr>
      <vt:lpstr>Wingdings 3</vt:lpstr>
      <vt:lpstr>Integral</vt:lpstr>
      <vt:lpstr>Common anode and cathod </vt:lpstr>
      <vt:lpstr>Common anode and cathode </vt:lpstr>
      <vt:lpstr>Common anode and cathode  </vt:lpstr>
      <vt:lpstr>7 segment display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anode and cathod </dc:title>
  <dc:creator>aya</dc:creator>
  <cp:lastModifiedBy>aya</cp:lastModifiedBy>
  <cp:revision>1</cp:revision>
  <dcterms:created xsi:type="dcterms:W3CDTF">2022-12-24T06:32:58Z</dcterms:created>
  <dcterms:modified xsi:type="dcterms:W3CDTF">2022-12-24T07:17:42Z</dcterms:modified>
</cp:coreProperties>
</file>